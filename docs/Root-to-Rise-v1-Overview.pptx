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9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D38"/>
                </a:solidFill>
              </a:defRPr>
            </a:pPr>
            <a:r>
              <a:t>Root to Rise v1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F6B4F"/>
                </a:solidFill>
              </a:defRPr>
            </a:pPr>
            <a:r>
              <a:t>Root to Rise v1 · Inspiration Is Everywhere · In crisis: call/text 988 · SAMHSA 1-800-662-4357 · 911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1F2A24"/>
                </a:solidFill>
              </a:defRPr>
            </a:pPr>
            <a:r>
              <a:t>•  A recovery-community website for Inspiration Is Everywhere / Root to Rise Recovery Cafe</a:t>
            </a:r>
          </a:p>
          <a:p>
            <a:pPr>
              <a:spcAft>
                <a:spcPts val="1000"/>
              </a:spcAft>
              <a:defRPr sz="2600">
                <a:solidFill>
                  <a:srgbClr val="1F2A24"/>
                </a:solidFill>
              </a:defRPr>
            </a:pPr>
            <a:r>
              <a:t>•  Serving Falmouth &amp; Mashpee, MA and Nashua, NH</a:t>
            </a:r>
          </a:p>
          <a:p>
            <a:pPr>
              <a:spcAft>
                <a:spcPts val="1000"/>
              </a:spcAft>
              <a:defRPr sz="2600">
                <a:solidFill>
                  <a:srgbClr val="1F2A24"/>
                </a:solidFill>
              </a:defRPr>
            </a:pPr>
            <a:r>
              <a:t>•  Planned live URL: https://root-to-rise.vercel.app (deploy pending)</a:t>
            </a:r>
          </a:p>
          <a:p>
            <a:pPr>
              <a:spcAft>
                <a:spcPts val="1000"/>
              </a:spcAft>
              <a:defRPr sz="2600">
                <a:solidFill>
                  <a:srgbClr val="1F2A24"/>
                </a:solidFill>
              </a:defRPr>
            </a:pPr>
            <a:r>
              <a:t>•  Planned repo: github.com/platinum00001/root-to-rise (pending)</a:t>
            </a:r>
          </a:p>
          <a:p>
            <a:pPr>
              <a:spcAft>
                <a:spcPts val="1000"/>
              </a:spcAft>
              <a:defRPr sz="2600">
                <a:solidFill>
                  <a:srgbClr val="1F2A24"/>
                </a:solidFill>
              </a:defRPr>
            </a:pPr>
            <a:r>
              <a:t>•  Contact: roottorisema@gmail.com · 603-721-2088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9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D38"/>
                </a:solidFill>
              </a:defRPr>
            </a:pPr>
            <a:r>
              <a:t>What visitors can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F6B4F"/>
                </a:solidFill>
              </a:defRPr>
            </a:pPr>
            <a:r>
              <a:t>Root to Rise v1 · Inspiration Is Everywhere · In crisis: call/text 988 · SAMHSA 1-800-662-4357 · 911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A24"/>
                </a:solidFill>
              </a:defRPr>
            </a:pPr>
            <a:r>
              <a:t>•  See crisis help on every page — 988, SAMHSA helpline, 911 (header + footer)</a:t>
            </a:r>
          </a:p>
          <a:p>
            <a:pPr>
              <a:spcAft>
                <a:spcPts val="1000"/>
              </a:spcAft>
              <a:defRPr sz="2200">
                <a:solidFill>
                  <a:srgbClr val="1F2A24"/>
                </a:solidFill>
              </a:defRPr>
            </a:pPr>
            <a:r>
              <a:t>•  Benefits checker: 2-minute private 'may qualify' screener for 12 MA/NH programs (SNAP, MassHealth / NH Medicaid, WIC, fuel help, Lifeline, RAFT, shelter, and more), with a source link and 'as of' date for every income limit</a:t>
            </a:r>
          </a:p>
          <a:p>
            <a:pPr>
              <a:spcAft>
                <a:spcPts val="1000"/>
              </a:spcAft>
              <a:defRPr sz="2200">
                <a:solidFill>
                  <a:srgbClr val="1F2A24"/>
                </a:solidFill>
              </a:defRPr>
            </a:pPr>
            <a:r>
              <a:t>•  Resource finder: 84 verified Cape Cod and Nashua services. Search by zip, town, or 14 categories. Crisis lines are listed first, and a 'Call to confirm hours' badge appears where needed.</a:t>
            </a:r>
          </a:p>
          <a:p>
            <a:pPr>
              <a:spcAft>
                <a:spcPts val="1000"/>
              </a:spcAft>
              <a:defRPr sz="2200">
                <a:solidFill>
                  <a:srgbClr val="1F2A24"/>
                </a:solidFill>
              </a:defRPr>
            </a:pPr>
            <a:r>
              <a:t>•  Partner offers + optional notifications (never pre-checked, one-click unsubscribe)</a:t>
            </a:r>
          </a:p>
          <a:p>
            <a:pPr>
              <a:spcAft>
                <a:spcPts val="1000"/>
              </a:spcAft>
              <a:defRPr sz="2200">
                <a:solidFill>
                  <a:srgbClr val="1F2A24"/>
                </a:solidFill>
              </a:defRPr>
            </a:pPr>
            <a:r>
              <a:t>•  Optional member account; saving answers requires a separate opt-in box and can be deleted anytime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9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D38"/>
                </a:solidFill>
              </a:defRPr>
            </a:pPr>
            <a:r>
              <a:t>Privacy &amp; trust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F6B4F"/>
                </a:solidFill>
              </a:defRPr>
            </a:pPr>
            <a:r>
              <a:t>Root to Rise v1 · Inspiration Is Everywhere · In crisis: call/text 988 · SAMHSA 1-800-662-4357 · 911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A24"/>
                </a:solidFill>
              </a:defRPr>
            </a:pPr>
            <a:r>
              <a:t>•  Checker answers stay in the browser (memory by default; 'remember on this device' is opt-in); 'Clear my answers' button</a:t>
            </a:r>
          </a:p>
          <a:p>
            <a:pPr>
              <a:spcAft>
                <a:spcPts val="1000"/>
              </a:spcAft>
              <a:defRPr sz="2200">
                <a:solidFill>
                  <a:srgbClr val="1F2A24"/>
                </a:solidFill>
              </a:defRPr>
            </a:pPr>
            <a:r>
              <a:t>•  Health data is never sold or shared for marketing (privacy policy)</a:t>
            </a:r>
          </a:p>
          <a:p>
            <a:pPr>
              <a:spcAft>
                <a:spcPts val="1000"/>
              </a:spcAft>
              <a:defRPr sz="2200">
                <a:solidFill>
                  <a:srgbClr val="1F2A24"/>
                </a:solidFill>
              </a:defRPr>
            </a:pPr>
            <a:r>
              <a:t>•  No tracking, analytics, or ad scripts</a:t>
            </a:r>
          </a:p>
          <a:p>
            <a:pPr>
              <a:spcAft>
                <a:spcPts val="1000"/>
              </a:spcAft>
              <a:defRPr sz="2200">
                <a:solidFill>
                  <a:srgbClr val="1F2A24"/>
                </a:solidFill>
              </a:defRPr>
            </a:pPr>
            <a:r>
              <a:t>•  Supabase Row Level Security: each member sees only their own rows</a:t>
            </a:r>
          </a:p>
          <a:p>
            <a:pPr>
              <a:spcAft>
                <a:spcPts val="1000"/>
              </a:spcAft>
              <a:defRPr sz="2200">
                <a:solidFill>
                  <a:srgbClr val="1F2A24"/>
                </a:solidFill>
              </a:defRPr>
            </a:pPr>
            <a:r>
              <a:t>•  Health answers are saved only with a second, separate consent · v1 stores consent only and sends no emails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9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D38"/>
                </a:solidFill>
              </a:defRPr>
            </a:pPr>
            <a:r>
              <a:t>Editing content — no code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F6B4F"/>
                </a:solidFill>
              </a:defRPr>
            </a:pPr>
            <a:r>
              <a:t>Root to Rise v1 · Inspiration Is Everywhere · In crisis: call/text 988 · SAMHSA 1-800-662-4357 · 911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A24"/>
                </a:solidFill>
              </a:defRPr>
            </a:pPr>
            <a:r>
              <a:t>•  Go to /admin (Sveltia CMS) and sign in with GitHub</a:t>
            </a:r>
          </a:p>
          <a:p>
            <a:pPr>
              <a:spcAft>
                <a:spcPts val="1000"/>
              </a:spcAft>
              <a:defRPr sz="2200">
                <a:solidFill>
                  <a:srgbClr val="1F2A24"/>
                </a:solidFill>
              </a:defRPr>
            </a:pPr>
            <a:r>
              <a:t>•  Collections: Resources · Eligibility checker (extras) · Partner offers · Page text</a:t>
            </a:r>
          </a:p>
          <a:p>
            <a:pPr>
              <a:spcAft>
                <a:spcPts val="1000"/>
              </a:spcAft>
              <a:defRPr sz="2200">
                <a:solidFill>
                  <a:srgbClr val="1F2A24"/>
                </a:solidFill>
              </a:defRPr>
            </a:pPr>
            <a:r>
              <a:t>•  Save → change is committed to GitHub → Vercel redeploys in ~1 minute</a:t>
            </a:r>
          </a:p>
          <a:p>
            <a:pPr>
              <a:spcAft>
                <a:spcPts val="1000"/>
              </a:spcAft>
              <a:defRPr sz="2200">
                <a:solidFill>
                  <a:srgbClr val="1F2A24"/>
                </a:solidFill>
              </a:defRPr>
            </a:pPr>
            <a:r>
              <a:t>•  Income limits are updated through the Navigator data files (each number keeps its official source); editors should add only verified phones and addresses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9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D38"/>
                </a:solidFill>
              </a:defRPr>
            </a:pPr>
            <a:r>
              <a:t>Data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F6B4F"/>
                </a:solidFill>
              </a:defRPr>
            </a:pPr>
            <a:r>
              <a:t>Root to Rise v1 · Inspiration Is Everywhere · In crisis: call/text 988 · SAMHSA 1-800-662-4357 · 911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A24"/>
                </a:solidFill>
              </a:defRPr>
            </a:pPr>
            <a:r>
              <a:t>•  Data source: Root to Rise Resource Navigator dataset, verified Sept 26, 2026, with official sources</a:t>
            </a:r>
          </a:p>
          <a:p>
            <a:pPr>
              <a:spcAft>
                <a:spcPts val="1000"/>
              </a:spcAft>
              <a:defRPr sz="2200">
                <a:solidFill>
                  <a:srgbClr val="1F2A24"/>
                </a:solidFill>
              </a:defRPr>
            </a:pPr>
            <a:r>
              <a:t>•  Eligibility: 12 MA/NH programs; each threshold has its source_url and as-of date; 11 screener tests pass</a:t>
            </a:r>
          </a:p>
          <a:p>
            <a:pPr>
              <a:spcAft>
                <a:spcPts val="1000"/>
              </a:spcAft>
              <a:defRPr sz="2200">
                <a:solidFill>
                  <a:srgbClr val="1F2A24"/>
                </a:solidFill>
              </a:defRPr>
            </a:pPr>
            <a:r>
              <a:t>•  Resources: 78 Navigator services + 6 web-team entries; unverified fields left out</a:t>
            </a:r>
          </a:p>
          <a:p>
            <a:pPr>
              <a:spcAft>
                <a:spcPts val="1000"/>
              </a:spcAft>
              <a:defRPr sz="2200">
                <a:solidFill>
                  <a:srgbClr val="1F2A24"/>
                </a:solidFill>
              </a:defRPr>
            </a:pPr>
            <a:r>
              <a:t>•  Offers: 1 SAMPLE offer (Lifeline free phone), clearly labeled</a:t>
            </a:r>
          </a:p>
          <a:p>
            <a:pPr>
              <a:spcAft>
                <a:spcPts val="1000"/>
              </a:spcAft>
              <a:defRPr sz="2200">
                <a:solidFill>
                  <a:srgbClr val="1F2A24"/>
                </a:solidFill>
              </a:defRPr>
            </a:pPr>
            <a:r>
              <a:t>•  Update schedule: SNAP (Oct 1), poverty guidelines (Jan), WIC (Jul), fuel help (May–Jun); re-check resources every 3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9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D38"/>
                </a:solidFill>
              </a:defRPr>
            </a:pPr>
            <a:r>
              <a:t>Stack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F6B4F"/>
                </a:solidFill>
              </a:defRPr>
            </a:pPr>
            <a:r>
              <a:t>Root to Rise v1 · Inspiration Is Everywhere · In crisis: call/text 988 · SAMHSA 1-800-662-4357 · 911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A24"/>
                </a:solidFill>
              </a:defRPr>
            </a:pPr>
            <a:r>
              <a:t>•  Plain HTML/CSS/JS, no build step · GitHub → Vercel auto-deploy · Supabase (accounts) · Sveltia CMS</a:t>
            </a:r>
          </a:p>
          <a:p>
            <a:pPr>
              <a:spcAft>
                <a:spcPts val="1000"/>
              </a:spcAft>
              <a:defRPr sz="2200">
                <a:solidFill>
                  <a:srgbClr val="1F2A24"/>
                </a:solidFill>
              </a:defRPr>
            </a:pPr>
            <a:r>
              <a:t>•  Next: connect Supabase project and add URL + anon key to config.js</a:t>
            </a:r>
          </a:p>
          <a:p>
            <a:pPr>
              <a:spcAft>
                <a:spcPts val="1000"/>
              </a:spcAft>
              <a:defRPr sz="2200">
                <a:solidFill>
                  <a:srgbClr val="1F2A24"/>
                </a:solidFill>
              </a:defRPr>
            </a:pPr>
            <a:r>
              <a:t>•  Next: set up GitHub OAuth helper (sveltia-cms-auth) for one-click editor sign-in</a:t>
            </a:r>
          </a:p>
          <a:p>
            <a:pPr>
              <a:spcAft>
                <a:spcPts val="1000"/>
              </a:spcAft>
              <a:defRPr sz="2200">
                <a:solidFill>
                  <a:srgbClr val="1F2A24"/>
                </a:solidFill>
              </a:defRPr>
            </a:pPr>
            <a:r>
              <a:t>•  Next: update NH SNAP limit for Oct 2026, add Nashua harm-reduction listings, replace sample offer</a:t>
            </a:r>
          </a:p>
          <a:p>
            <a:pPr>
              <a:spcAft>
                <a:spcPts val="1000"/>
              </a:spcAft>
              <a:defRPr sz="2200">
                <a:solidFill>
                  <a:srgbClr val="1F2A24"/>
                </a:solidFill>
              </a:defRPr>
            </a:pPr>
            <a:r>
              <a:t>•  Future: offer emails via a transactional service (only to opted-in members, with unsubscribe link)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